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draft of the engine. Everything shown is running code with 71 tests, not a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the Stufe-1 evaluation core from the concept paper. Extraction quality is the bottleneck but out of scope for the engine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to the Konzept's vier Zustände. We additionally keep 'error' apart from 'unknown' and record 'not_evaluated' for short-circuited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today: comparison, all, any, one_of, not, conditional_requirement (gate), rule_ref. The frontend never sees graphs or three-valued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shipped with tests; single-root documents from v0.1 still work unchanged — no breaking changes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Message: the concept and the implementation converged on the same core independently — the gaps are additive, none require rework.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Contradictory statements are allowed and wanted — they are the data basis for consistency checks. resolve_set already exists and is tested; the consistency block consumes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idea: show the pin-on-publish test — library tightens age 18→21, process unaffected until re-publish.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 if time allows: uvicorn app.main:app, open /ui, evaluate the consumer-credit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genuine design decisions, not defects. Items 1-3 come from careful reading of the concept paper; 2 is an internal contradiction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rationale: consistency needs only what v0.5 shipped; completeness needs calculations; quantifiers need entities; overrides ride on stable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agree the five open questions, then v0.6 starts with consistency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 Engine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41248" y="2514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eligibility &amp; document checks — draft v0.5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3383280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E3F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50008" y="338328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BE9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3383280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FFF3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3383280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EDE4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honest states · rules as data · every decision explainable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discussion · August 2026 · 71 automated tests · FastAPI + Pydantic v2 + SQLAlchemy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over extracted document data — reproducible, auditable, editable by the business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processes, each with its own rule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34840" y="155448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3484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50–100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63440" y="2743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per process, maintained by Fachbereich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21040" y="155448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2104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per rule — never just true/false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from the reference concept:  </a:t>
            </a:r>
            <a:pPr indent="0" marL="0">
              <a:buNone/>
            </a:pPr>
            <a:r>
              <a:rPr lang="en-US" sz="15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(LLM/OCR) and evaluation strictly separated — no prompt ever decides a rule · rules are data, not code (no eval, no deployment for a threshold change) · every historical decision replayable bit-for-bit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is the design axiom: same input, same decision, at any point in time.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semantics: four honest states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design decision — missing information is never silently OK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E3F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passed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9520" y="1508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payslips present, dates valid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FBE9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3774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violated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89520" y="23774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expired, threshold missed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FFF3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32461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checkable — input missing or too uncertain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89520" y="3246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not extracted, confidence below threshold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7240" y="4325112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EDE4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41148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does not apply to this case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89520" y="4114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debt-free rule only for salaries ≥ 50k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„unklar wird nie grün“ — unknown maps to needs review, never to eligible. Plus: applicability ≠ truth — “does not apply” and “unknown whether it applies” stay distinct.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from authored rules to explained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data; the engine is a pure function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 blocks,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vocabulary,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3580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20440" y="164592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references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imports, rejects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at publish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0760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29400" y="18288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+ memoized,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four-state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7940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64040" y="164592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EDE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01200" y="18288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0" y="2560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reason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node, decision,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80360" y="4160520"/>
            <a:ext cx="8549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versions in Postgres/SQLite — no UPDATE, no DELETE; every evaluation records ruleset + engine + extractor version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Viewer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880360" y="5120640"/>
            <a:ext cx="8549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for publish / validate / evaluate / registry, plus a zero-build read-only web viewer with status overlay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running today (v0.1 → v0.5)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increments, each fully tested — 71 tests total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868680" cy="310896"/>
          </a:xfrm>
          <a:prstGeom prst="roundRect">
            <a:avLst>
              <a:gd name="adj" fmla="val 35294"/>
            </a:avLst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four-state evaluation, applicability gates, worked examples from the design deck reproduced row by row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868680" cy="310896"/>
          </a:xfrm>
          <a:prstGeom prst="roundRect">
            <a:avLst>
              <a:gd name="adj" fmla="val 35294"/>
            </a:avLst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Multi-rule documents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450592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rules + references, compiler with cycle detection, lazy memoized DAG evaluation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868680" cy="310896"/>
          </a:xfrm>
          <a:prstGeom prst="roundRect">
            <a:avLst>
              <a:gd name="adj" fmla="val 35294"/>
            </a:avLst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343814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 &amp; governance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438144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cross-process imports with pin-on-publish, draft→published lifecycle, registry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868680" cy="310896"/>
          </a:xfrm>
          <a:prstGeom prst="roundRect">
            <a:avLst>
              <a:gd name="adj" fmla="val 35294"/>
            </a:avLst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442569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viewer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425696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rule trees with status chips &amp; reasons, evaluation form, audit trail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868680" cy="310896"/>
          </a:xfrm>
          <a:prstGeom prst="roundRect">
            <a:avLst>
              <a:gd name="adj" fmla="val 35294"/>
            </a:avLst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541324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541324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Aussagen with confidence &amp; provenance, resolve_value / resolve_set, one_of, version stamps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the Dokumentenprüfung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section by section against the reference paper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4846320"/>
          </a:xfrm>
          <a:prstGeom prst="roundRect">
            <a:avLst>
              <a:gd name="adj" fmla="val 1698"/>
            </a:avLst>
          </a:prstGeom>
          <a:solidFill>
            <a:srgbClr val="E3F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identical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vs. deterministic evaluation (Trennung 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 data, no eval() (Trennung B)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 incl. „unklar wird nie grün“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 / anyOf / oneOf folding with explicit grau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gates → skipped / unklar handling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runs, version pinning, replay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Owner-separated layers (Regelwerk vs. Prüfung)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with confidence, override precedence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463040"/>
            <a:ext cx="5440680" cy="4846320"/>
          </a:xfrm>
          <a:prstGeom prst="roundRect">
            <a:avLst>
              <a:gd name="adj" fmla="val 1698"/>
            </a:avLst>
          </a:prstGeom>
          <a:solidFill>
            <a:srgbClr val="FFF3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652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gaps (planned)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 across documents (fact-to-fact, resolve_set-based) — next step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/ dynamic cardinality („3 Perioden je Erwerbseinnahme“) — with calculations &amp; aggregates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/ entity star (Person, Objekt, Vertrag) — statements are flat-namespaced until then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layer on rule outcomes (fact overrides exist)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 layer (stateful case store) — deliberately a separate service on top of the stateless engine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v0.5: the statement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hands over claims, not truths — resolution is explicit and conservative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value, confidence,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 + location,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3580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20440" y="15544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DE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&gt; confidence &gt; recency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resolve_value / resolve_set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configurable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0760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15544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29400" y="1691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/ unknown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provenance note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7940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64040" y="155448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01200" y="1691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73768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four-state logic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confidence threshold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3657600"/>
            <a:ext cx="6400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becomes unknown — never a guess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7240" y="4553712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Equally confident conflict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4553712"/>
            <a:ext cx="6400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+ “human review required” in the report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49824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7240" y="5449824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 (with author &amp; reason)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5449824"/>
            <a:ext cx="6400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over everything, fully attributed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for a 144-process estate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deliberate, history is immutable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libraries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KYC rules imported by any process under a namespace (common-kyc:adult) — no 144 diverging copies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6520" y="17190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Pin-on-publish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update never silently changes a process; adoption only by re-publishing, old versions replay bit-for-bit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40050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→ published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testable by explicit version, never resolved as “latest”, never importable; promotion is one-way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4E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6520" y="40050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Compile-time safety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5262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references, circular dependencies and version conflicts are publish-time errors with all messages at once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tuple on every run: ruleset version + engine version + extractor version.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explains itself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written for a reviewer, not just parsed by a machine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AF7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62179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120" y="1810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≥ 28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0" y="1847088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E3F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(34) ≥ 28 is satisfied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62179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0120" y="28437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Residence = Germany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2880360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E3F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20954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('Germany') = 'Germany'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03904"/>
            <a:ext cx="62179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0120" y="38770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Debt-free for high salaries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3913632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EDE4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24281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(45,000) below 50,000 — requirement does not 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837176"/>
            <a:ext cx="62179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0120" y="4910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proof (one_of)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0" y="4946904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FFF3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527608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alternative unknown — result could still flip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1645920"/>
            <a:ext cx="4023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live viewer (/ui):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rule tree with status chip + reason per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branches honestly marked “not evaluated”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notes from statements in every reason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/ manual rules flagged for review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form for what-if testing of drafts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 should take together before v0.6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18488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oneOf with grün + grau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table says satisfied; draft deviates to unknown (a grau child could flip the result into a conflict). Confirm the conservative reading?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not_applicable inputs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2395728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slides conflict: requiring rule becomes not_applicable vs. unknown. Draft defaults to unknown, policy flag exists. Which is binding?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74136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values on computed facts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34840" y="337413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forbids it (two-stage, cycle-free); draft allows it with compile-time cycle detection. Hard rule or per-ruleset lint?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553712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35254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Vorgang layer boundary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34840" y="435254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store (documents, statements, overrides over time) as separate stateful service calling the stateless engine — agree on the cut?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33095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threshold ownership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34840" y="5330952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default today, per-request parameter. Should it live in the Katalog per field type / Prüfart instead?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dependency order — each is additive, none reworks the core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2A1B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checks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12064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fact-to-fact comparison block + resolve_set (“same value everywhere”) — the statement layer already provides the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88336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2A1B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243230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 &amp; completeness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120640" y="2432304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facts, aggregates, dynamic cardinality (min_count_source) — forces the explicit execution 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2A1B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40156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 &amp; entity star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20640" y="3401568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Objekt / Vertrag, documents referencing multiple subjects, quantifiers (“all co-applicants…”)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26864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2A1B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437083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overrides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20640" y="4370832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rule outcome with who/when/why, computed result stays visible — paths are stable since v0.1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9612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2A1B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534009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Authoring UI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120640" y="5340096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endpoint generated from the Pydantic models, guided form building for Fachbereich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3D2A5C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3D2A5C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2606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tests, incl. the concept's worked examples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3D2A5C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app.main:app --reload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at /docs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3D2A5C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http://localhost:8000/ui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4160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viewer with evaluation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eligibility-engine.zip — app/ (7 modules, ~1,100 lines) · tests/ (6 suites) · README with full design rationale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v0.5 · prepared for design review · August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2026-08-14T11:26:41Z</dcterms:created>
  <dcterms:modified xsi:type="dcterms:W3CDTF">2026-08-14T11:26:41Z</dcterms:modified>
</cp:coreProperties>
</file>